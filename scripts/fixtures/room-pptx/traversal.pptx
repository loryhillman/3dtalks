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  <p:sldSz cx="9144000" cy="51435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s/_rels/slide1.xml.rels><Relationships xmlns="http://schemas.openxmlformats.org/package/2006/relationships"><Relationship Id="hyperlink" Type="http://schemas.openxmlformats.org/officeDocument/2006/relationships/hyperlink" Target="https://example.invalid/not-requested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>
                <a:hlinkClick r:id="hyperlink"/>
              </a:rPr>
              <a:t>3DTalks — Проверка PPTX, слайд 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0000" y="500000"/>
            <a:ext cx="8000000" cy="2000000"/>
          </a:xfrm>
          <a:prstGeom prst="rect">
            <a:avLst/>
          </a:prstGeom>
        </p:spPr>
        <p:txBody>
          <a:bodyPr/>
          <a:lstStyle/>
          <a:p>
            <a:r>
              <a:rPr lang="ru-RU" sz="3200"/>
              <a:t>3DTalks — Проверка PPTX, слайд 2</a:t>
            </a:r>
          </a:p>
        </p:txBody>
      </p:sp>
    </p:spTree>
  </p:cSld>
  <p:clrMapOvr>
    <a:masterClrMapping/>
  </p:clrMapOvr>
</p:sld>
</file>

<file path=../escape.txt>bad
</file>