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Relationships><Relationship Id="x" Type="http://schemas.openxmlformats.org/officeDocument/2006/relationships/image" Target="file:///etc/passwd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>
                <a:hlinkClick r:id="hyperlink"/>
              </a:rPr>
              <a:t>3DTalks — Проверка PPTX, слайд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</a:t>
            </a:r>
          </a:p>
        </p:txBody>
      </p:sp>
    </p:spTree>
  </p:cSld>
  <p:clrMapOvr>
    <a:masterClrMapping/>
  </p:clrMapOvr>
</p:sld>
</file>