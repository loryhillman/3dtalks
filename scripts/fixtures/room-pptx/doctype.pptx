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51435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_rels/slide1.xml.rels><Relationships xmlns="http://schemas.openxmlformats.org/package/2006/relationships"><Relationship Id="hyperlink" Type="http://schemas.openxmlformats.org/officeDocument/2006/relationships/hyperlink" Target="https://example.invalid/not-requested" TargetMode="External"/></Relationships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2</a:t>
            </a:r>
          </a:p>
        </p:txBody>
      </p:sp>
    </p:spTree>
  </p:cSld>
  <p:clrMapOvr>
    <a:masterClrMapping/>
  </p:clrMapOvr>
</p:sld>
</file>