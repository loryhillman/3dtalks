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  <p:sldId id="326" r:id="rId71"/>
    <p:sldId id="327" r:id="rId72"/>
    <p:sldId id="328" r:id="rId73"/>
    <p:sldId id="329" r:id="rId74"/>
    <p:sldId id="330" r:id="rId75"/>
    <p:sldId id="331" r:id="rId76"/>
    <p:sldId id="332" r:id="rId77"/>
    <p:sldId id="333" r:id="rId78"/>
    <p:sldId id="334" r:id="rId79"/>
    <p:sldId id="335" r:id="rId80"/>
    <p:sldId id="336" r:id="rId81"/>
    <p:sldId id="337" r:id="rId82"/>
    <p:sldId id="338" r:id="rId83"/>
    <p:sldId id="339" r:id="rId84"/>
    <p:sldId id="340" r:id="rId85"/>
    <p:sldId id="341" r:id="rId86"/>
    <p:sldId id="342" r:id="rId87"/>
    <p:sldId id="343" r:id="rId88"/>
    <p:sldId id="344" r:id="rId89"/>
    <p:sldId id="345" r:id="rId90"/>
    <p:sldId id="346" r:id="rId91"/>
    <p:sldId id="347" r:id="rId92"/>
    <p:sldId id="348" r:id="rId93"/>
    <p:sldId id="349" r:id="rId94"/>
    <p:sldId id="350" r:id="rId95"/>
    <p:sldId id="351" r:id="rId96"/>
    <p:sldId id="352" r:id="rId97"/>
    <p:sldId id="353" r:id="rId98"/>
    <p:sldId id="354" r:id="rId99"/>
    <p:sldId id="355" r:id="rId100"/>
    <p:sldId id="356" r:id="rId101"/>
  </p:sldIdLst>
  <p:sldSz cx="9144000" cy="51435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slide" Target="slides/slide24.xml"/><Relationship Id="rId25" Type="http://schemas.openxmlformats.org/officeDocument/2006/relationships/slide" Target="slides/slide25.xml"/><Relationship Id="rId26" Type="http://schemas.openxmlformats.org/officeDocument/2006/relationships/slide" Target="slides/slide26.xml"/><Relationship Id="rId27" Type="http://schemas.openxmlformats.org/officeDocument/2006/relationships/slide" Target="slides/slide27.xml"/><Relationship Id="rId28" Type="http://schemas.openxmlformats.org/officeDocument/2006/relationships/slide" Target="slides/slide28.xml"/><Relationship Id="rId29" Type="http://schemas.openxmlformats.org/officeDocument/2006/relationships/slide" Target="slides/slide29.xml"/><Relationship Id="rId30" Type="http://schemas.openxmlformats.org/officeDocument/2006/relationships/slide" Target="slides/slide30.xml"/><Relationship Id="rId31" Type="http://schemas.openxmlformats.org/officeDocument/2006/relationships/slide" Target="slides/slide31.xml"/><Relationship Id="rId32" Type="http://schemas.openxmlformats.org/officeDocument/2006/relationships/slide" Target="slides/slide32.xml"/><Relationship Id="rId33" Type="http://schemas.openxmlformats.org/officeDocument/2006/relationships/slide" Target="slides/slide33.xml"/><Relationship Id="rId34" Type="http://schemas.openxmlformats.org/officeDocument/2006/relationships/slide" Target="slides/slide34.xml"/><Relationship Id="rId35" Type="http://schemas.openxmlformats.org/officeDocument/2006/relationships/slide" Target="slides/slide35.xml"/><Relationship Id="rId36" Type="http://schemas.openxmlformats.org/officeDocument/2006/relationships/slide" Target="slides/slide36.xml"/><Relationship Id="rId37" Type="http://schemas.openxmlformats.org/officeDocument/2006/relationships/slide" Target="slides/slide37.xml"/><Relationship Id="rId38" Type="http://schemas.openxmlformats.org/officeDocument/2006/relationships/slide" Target="slides/slide38.xml"/><Relationship Id="rId39" Type="http://schemas.openxmlformats.org/officeDocument/2006/relationships/slide" Target="slides/slide39.xml"/><Relationship Id="rId40" Type="http://schemas.openxmlformats.org/officeDocument/2006/relationships/slide" Target="slides/slide40.xml"/><Relationship Id="rId41" Type="http://schemas.openxmlformats.org/officeDocument/2006/relationships/slide" Target="slides/slide41.xml"/><Relationship Id="rId42" Type="http://schemas.openxmlformats.org/officeDocument/2006/relationships/slide" Target="slides/slide42.xml"/><Relationship Id="rId43" Type="http://schemas.openxmlformats.org/officeDocument/2006/relationships/slide" Target="slides/slide43.xml"/><Relationship Id="rId44" Type="http://schemas.openxmlformats.org/officeDocument/2006/relationships/slide" Target="slides/slide44.xml"/><Relationship Id="rId45" Type="http://schemas.openxmlformats.org/officeDocument/2006/relationships/slide" Target="slides/slide45.xml"/><Relationship Id="rId46" Type="http://schemas.openxmlformats.org/officeDocument/2006/relationships/slide" Target="slides/slide46.xml"/><Relationship Id="rId47" Type="http://schemas.openxmlformats.org/officeDocument/2006/relationships/slide" Target="slides/slide47.xml"/><Relationship Id="rId48" Type="http://schemas.openxmlformats.org/officeDocument/2006/relationships/slide" Target="slides/slide48.xml"/><Relationship Id="rId49" Type="http://schemas.openxmlformats.org/officeDocument/2006/relationships/slide" Target="slides/slide49.xml"/><Relationship Id="rId50" Type="http://schemas.openxmlformats.org/officeDocument/2006/relationships/slide" Target="slides/slide50.xml"/><Relationship Id="rId51" Type="http://schemas.openxmlformats.org/officeDocument/2006/relationships/slide" Target="slides/slide51.xml"/><Relationship Id="rId52" Type="http://schemas.openxmlformats.org/officeDocument/2006/relationships/slide" Target="slides/slide52.xml"/><Relationship Id="rId53" Type="http://schemas.openxmlformats.org/officeDocument/2006/relationships/slide" Target="slides/slide53.xml"/><Relationship Id="rId54" Type="http://schemas.openxmlformats.org/officeDocument/2006/relationships/slide" Target="slides/slide54.xml"/><Relationship Id="rId55" Type="http://schemas.openxmlformats.org/officeDocument/2006/relationships/slide" Target="slides/slide55.xml"/><Relationship Id="rId56" Type="http://schemas.openxmlformats.org/officeDocument/2006/relationships/slide" Target="slides/slide56.xml"/><Relationship Id="rId57" Type="http://schemas.openxmlformats.org/officeDocument/2006/relationships/slide" Target="slides/slide57.xml"/><Relationship Id="rId58" Type="http://schemas.openxmlformats.org/officeDocument/2006/relationships/slide" Target="slides/slide58.xml"/><Relationship Id="rId59" Type="http://schemas.openxmlformats.org/officeDocument/2006/relationships/slide" Target="slides/slide59.xml"/><Relationship Id="rId60" Type="http://schemas.openxmlformats.org/officeDocument/2006/relationships/slide" Target="slides/slide60.xml"/><Relationship Id="rId61" Type="http://schemas.openxmlformats.org/officeDocument/2006/relationships/slide" Target="slides/slide61.xml"/><Relationship Id="rId62" Type="http://schemas.openxmlformats.org/officeDocument/2006/relationships/slide" Target="slides/slide62.xml"/><Relationship Id="rId63" Type="http://schemas.openxmlformats.org/officeDocument/2006/relationships/slide" Target="slides/slide63.xml"/><Relationship Id="rId64" Type="http://schemas.openxmlformats.org/officeDocument/2006/relationships/slide" Target="slides/slide64.xml"/><Relationship Id="rId65" Type="http://schemas.openxmlformats.org/officeDocument/2006/relationships/slide" Target="slides/slide65.xml"/><Relationship Id="rId66" Type="http://schemas.openxmlformats.org/officeDocument/2006/relationships/slide" Target="slides/slide66.xml"/><Relationship Id="rId67" Type="http://schemas.openxmlformats.org/officeDocument/2006/relationships/slide" Target="slides/slide67.xml"/><Relationship Id="rId68" Type="http://schemas.openxmlformats.org/officeDocument/2006/relationships/slide" Target="slides/slide68.xml"/><Relationship Id="rId69" Type="http://schemas.openxmlformats.org/officeDocument/2006/relationships/slide" Target="slides/slide69.xml"/><Relationship Id="rId70" Type="http://schemas.openxmlformats.org/officeDocument/2006/relationships/slide" Target="slides/slide70.xml"/><Relationship Id="rId71" Type="http://schemas.openxmlformats.org/officeDocument/2006/relationships/slide" Target="slides/slide71.xml"/><Relationship Id="rId72" Type="http://schemas.openxmlformats.org/officeDocument/2006/relationships/slide" Target="slides/slide72.xml"/><Relationship Id="rId73" Type="http://schemas.openxmlformats.org/officeDocument/2006/relationships/slide" Target="slides/slide73.xml"/><Relationship Id="rId74" Type="http://schemas.openxmlformats.org/officeDocument/2006/relationships/slide" Target="slides/slide74.xml"/><Relationship Id="rId75" Type="http://schemas.openxmlformats.org/officeDocument/2006/relationships/slide" Target="slides/slide75.xml"/><Relationship Id="rId76" Type="http://schemas.openxmlformats.org/officeDocument/2006/relationships/slide" Target="slides/slide76.xml"/><Relationship Id="rId77" Type="http://schemas.openxmlformats.org/officeDocument/2006/relationships/slide" Target="slides/slide77.xml"/><Relationship Id="rId78" Type="http://schemas.openxmlformats.org/officeDocument/2006/relationships/slide" Target="slides/slide78.xml"/><Relationship Id="rId79" Type="http://schemas.openxmlformats.org/officeDocument/2006/relationships/slide" Target="slides/slide79.xml"/><Relationship Id="rId80" Type="http://schemas.openxmlformats.org/officeDocument/2006/relationships/slide" Target="slides/slide80.xml"/><Relationship Id="rId81" Type="http://schemas.openxmlformats.org/officeDocument/2006/relationships/slide" Target="slides/slide81.xml"/><Relationship Id="rId82" Type="http://schemas.openxmlformats.org/officeDocument/2006/relationships/slide" Target="slides/slide82.xml"/><Relationship Id="rId83" Type="http://schemas.openxmlformats.org/officeDocument/2006/relationships/slide" Target="slides/slide83.xml"/><Relationship Id="rId84" Type="http://schemas.openxmlformats.org/officeDocument/2006/relationships/slide" Target="slides/slide84.xml"/><Relationship Id="rId85" Type="http://schemas.openxmlformats.org/officeDocument/2006/relationships/slide" Target="slides/slide85.xml"/><Relationship Id="rId86" Type="http://schemas.openxmlformats.org/officeDocument/2006/relationships/slide" Target="slides/slide86.xml"/><Relationship Id="rId87" Type="http://schemas.openxmlformats.org/officeDocument/2006/relationships/slide" Target="slides/slide87.xml"/><Relationship Id="rId88" Type="http://schemas.openxmlformats.org/officeDocument/2006/relationships/slide" Target="slides/slide88.xml"/><Relationship Id="rId89" Type="http://schemas.openxmlformats.org/officeDocument/2006/relationships/slide" Target="slides/slide89.xml"/><Relationship Id="rId90" Type="http://schemas.openxmlformats.org/officeDocument/2006/relationships/slide" Target="slides/slide90.xml"/><Relationship Id="rId91" Type="http://schemas.openxmlformats.org/officeDocument/2006/relationships/slide" Target="slides/slide91.xml"/><Relationship Id="rId92" Type="http://schemas.openxmlformats.org/officeDocument/2006/relationships/slide" Target="slides/slide92.xml"/><Relationship Id="rId93" Type="http://schemas.openxmlformats.org/officeDocument/2006/relationships/slide" Target="slides/slide93.xml"/><Relationship Id="rId94" Type="http://schemas.openxmlformats.org/officeDocument/2006/relationships/slide" Target="slides/slide94.xml"/><Relationship Id="rId95" Type="http://schemas.openxmlformats.org/officeDocument/2006/relationships/slide" Target="slides/slide95.xml"/><Relationship Id="rId96" Type="http://schemas.openxmlformats.org/officeDocument/2006/relationships/slide" Target="slides/slide96.xml"/><Relationship Id="rId97" Type="http://schemas.openxmlformats.org/officeDocument/2006/relationships/slide" Target="slides/slide97.xml"/><Relationship Id="rId98" Type="http://schemas.openxmlformats.org/officeDocument/2006/relationships/slide" Target="slides/slide98.xml"/><Relationship Id="rId99" Type="http://schemas.openxmlformats.org/officeDocument/2006/relationships/slide" Target="slides/slide99.xml"/><Relationship Id="rId100" Type="http://schemas.openxmlformats.org/officeDocument/2006/relationships/slide" Target="slides/slide100.xml"/><Relationship Id="rId101" Type="http://schemas.openxmlformats.org/officeDocument/2006/relationships/slide" Target="slides/slide10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/>
              <a:t>3DTalks — Проверка PPTX, слайд 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/>
              <a:t>3DTalks — Проверка PPTX, слайд 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/>
              <a:t>3DTalks — Проверка PPTX, слайд 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/>
              <a:t>3DTalks — Проверка PPTX, слайд 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/>
              <a:t>3DTalks — Проверка PPTX, слайд 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/>
              <a:t>3DTalks — Проверка PPTX, слайд 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/>
              <a:t>3DTalks — Проверка PPTX, слайд 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/>
              <a:t>3DTalks — Проверка PPTX, слайд 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/>
              <a:t>3DTalks — Проверка PPTX, слайд 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/>
              <a:t>3DTalks — Проверка PPTX, слайд 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/>
              <a:t>3DTalks — Проверка PPTX, слайд 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/>
              <a:t>3DTalks — Проверка PPTX, слайд 12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/>
              <a:t>3DTalks — Проверка PPTX, слайд 13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/>
              <a:t>3DTalks — Проверка PPTX, слайд 14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/>
              <a:t>3DTalks — Проверка PPTX, слайд 15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/>
              <a:t>3DTalks — Проверка PPTX, слайд 16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/>
              <a:t>3DTalks — Проверка PPTX, слайд 17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/>
              <a:t>3DTalks — Проверка PPTX, слайд 18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/>
              <a:t>3DTalks — Проверка PPTX, слайд 19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/>
              <a:t>3DTalks — Проверка PPTX, слайд 20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/>
              <a:t>3DTalks — Проверка PPTX, слайд 21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/>
              <a:t>3DTalks — Проверка PPTX, слайд 22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/>
              <a:t>3DTalks — Проверка PPTX, слайд 23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/>
              <a:t>3DTalks — Проверка PPTX, слайд 24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/>
              <a:t>3DTalks — Проверка PPTX, слайд 25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/>
              <a:t>3DTalks — Проверка PPTX, слайд 26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/>
              <a:t>3DTalks — Проверка PPTX, слайд 27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/>
              <a:t>3DTalks — Проверка PPTX, слайд 28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/>
              <a:t>3DTalks — Проверка PPTX, слайд 29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/>
              <a:t>3DTalks — Проверка PPTX, слайд 30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/>
              <a:t>3DTalks — Проверка PPTX, слайд 31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/>
              <a:t>3DTalks — Проверка PPTX, слайд 32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/>
              <a:t>3DTalks — Проверка PPTX, слайд 33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/>
              <a:t>3DTalks — Проверка PPTX, слайд 34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/>
              <a:t>3DTalks — Проверка PPTX, слайд 35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/>
              <a:t>3DTalks — Проверка PPTX, слайд 36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/>
              <a:t>3DTalks — Проверка PPTX, слайд 37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/>
              <a:t>3DTalks — Проверка PPTX, слайд 38</a:t>
            </a:r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/>
              <a:t>3DTalks — Проверка PPTX, слайд 39</a:t>
            </a:r>
          </a:p>
        </p:txBody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/>
              <a:t>3DTalks — Проверка PPTX, слайд 40</a:t>
            </a:r>
          </a:p>
        </p:txBody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/>
              <a:t>3DTalks — Проверка PPTX, слайд 41</a:t>
            </a:r>
          </a:p>
        </p:txBody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/>
              <a:t>3DTalks — Проверка PPTX, слайд 42</a:t>
            </a:r>
          </a:p>
        </p:txBody>
      </p: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/>
              <a:t>3DTalks — Проверка PPTX, слайд 43</a:t>
            </a:r>
          </a:p>
        </p:txBody>
      </p: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/>
              <a:t>3DTalks — Проверка PPTX, слайд 44</a:t>
            </a:r>
          </a:p>
        </p:txBody>
      </p:sp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/>
              <a:t>3DTalks — Проверка PPTX, слайд 45</a:t>
            </a:r>
          </a:p>
        </p:txBody>
      </p:sp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/>
              <a:t>3DTalks — Проверка PPTX, слайд 46</a:t>
            </a:r>
          </a:p>
        </p:txBody>
      </p:sp>
    </p:spTree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/>
              <a:t>3DTalks — Проверка PPTX, слайд 47</a:t>
            </a:r>
          </a:p>
        </p:txBody>
      </p:sp>
    </p:spTree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/>
              <a:t>3DTalks — Проверка PPTX, слайд 48</a:t>
            </a:r>
          </a:p>
        </p:txBody>
      </p:sp>
    </p:spTree>
  </p:cSld>
  <p:clrMapOvr>
    <a:masterClrMapping/>
  </p:clrMapOvr>
</p:sld>
</file>

<file path=ppt/slides/slide4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/>
              <a:t>3DTalks — Проверка PPTX, слайд 49</a:t>
            </a:r>
          </a:p>
        </p:txBody>
      </p:sp>
    </p:spTree>
  </p:cSld>
  <p:clrMapOvr>
    <a:masterClrMapping/>
  </p:clrMapOvr>
</p:sld>
</file>

<file path=ppt/slides/slide5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/>
              <a:t>3DTalks — Проверка PPTX, слайд 50</a:t>
            </a:r>
          </a:p>
        </p:txBody>
      </p:sp>
    </p:spTree>
  </p:cSld>
  <p:clrMapOvr>
    <a:masterClrMapping/>
  </p:clrMapOvr>
</p:sld>
</file>

<file path=ppt/slides/slide5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/>
              <a:t>3DTalks — Проверка PPTX, слайд 51</a:t>
            </a:r>
          </a:p>
        </p:txBody>
      </p:sp>
    </p:spTree>
  </p:cSld>
  <p:clrMapOvr>
    <a:masterClrMapping/>
  </p:clrMapOvr>
</p:sld>
</file>

<file path=ppt/slides/slide5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/>
              <a:t>3DTalks — Проверка PPTX, слайд 52</a:t>
            </a:r>
          </a:p>
        </p:txBody>
      </p:sp>
    </p:spTree>
  </p:cSld>
  <p:clrMapOvr>
    <a:masterClrMapping/>
  </p:clrMapOvr>
</p:sld>
</file>

<file path=ppt/slides/slide5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/>
              <a:t>3DTalks — Проверка PPTX, слайд 53</a:t>
            </a:r>
          </a:p>
        </p:txBody>
      </p:sp>
    </p:spTree>
  </p:cSld>
  <p:clrMapOvr>
    <a:masterClrMapping/>
  </p:clrMapOvr>
</p:sld>
</file>

<file path=ppt/slides/slide5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/>
              <a:t>3DTalks — Проверка PPTX, слайд 54</a:t>
            </a:r>
          </a:p>
        </p:txBody>
      </p:sp>
    </p:spTree>
  </p:cSld>
  <p:clrMapOvr>
    <a:masterClrMapping/>
  </p:clrMapOvr>
</p:sld>
</file>

<file path=ppt/slides/slide5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/>
              <a:t>3DTalks — Проверка PPTX, слайд 55</a:t>
            </a:r>
          </a:p>
        </p:txBody>
      </p:sp>
    </p:spTree>
  </p:cSld>
  <p:clrMapOvr>
    <a:masterClrMapping/>
  </p:clrMapOvr>
</p:sld>
</file>

<file path=ppt/slides/slide5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/>
              <a:t>3DTalks — Проверка PPTX, слайд 56</a:t>
            </a:r>
          </a:p>
        </p:txBody>
      </p:sp>
    </p:spTree>
  </p:cSld>
  <p:clrMapOvr>
    <a:masterClrMapping/>
  </p:clrMapOvr>
</p:sld>
</file>

<file path=ppt/slides/slide5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/>
              <a:t>3DTalks — Проверка PPTX, слайд 57</a:t>
            </a:r>
          </a:p>
        </p:txBody>
      </p:sp>
    </p:spTree>
  </p:cSld>
  <p:clrMapOvr>
    <a:masterClrMapping/>
  </p:clrMapOvr>
</p:sld>
</file>

<file path=ppt/slides/slide5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/>
              <a:t>3DTalks — Проверка PPTX, слайд 58</a:t>
            </a:r>
          </a:p>
        </p:txBody>
      </p:sp>
    </p:spTree>
  </p:cSld>
  <p:clrMapOvr>
    <a:masterClrMapping/>
  </p:clrMapOvr>
</p:sld>
</file>

<file path=ppt/slides/slide5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/>
              <a:t>3DTalks — Проверка PPTX, слайд 59</a:t>
            </a:r>
          </a:p>
        </p:txBody>
      </p:sp>
    </p:spTree>
  </p:cSld>
  <p:clrMapOvr>
    <a:masterClrMapping/>
  </p:clrMapOvr>
</p:sld>
</file>

<file path=ppt/slides/slide6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/>
              <a:t>3DTalks — Проверка PPTX, слайд 60</a:t>
            </a:r>
          </a:p>
        </p:txBody>
      </p:sp>
    </p:spTree>
  </p:cSld>
  <p:clrMapOvr>
    <a:masterClrMapping/>
  </p:clrMapOvr>
</p:sld>
</file>

<file path=ppt/slides/slide6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/>
              <a:t>3DTalks — Проверка PPTX, слайд 61</a:t>
            </a:r>
          </a:p>
        </p:txBody>
      </p:sp>
    </p:spTree>
  </p:cSld>
  <p:clrMapOvr>
    <a:masterClrMapping/>
  </p:clrMapOvr>
</p:sld>
</file>

<file path=ppt/slides/slide6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/>
              <a:t>3DTalks — Проверка PPTX, слайд 62</a:t>
            </a:r>
          </a:p>
        </p:txBody>
      </p:sp>
    </p:spTree>
  </p:cSld>
  <p:clrMapOvr>
    <a:masterClrMapping/>
  </p:clrMapOvr>
</p:sld>
</file>

<file path=ppt/slides/slide6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/>
              <a:t>3DTalks — Проверка PPTX, слайд 63</a:t>
            </a:r>
          </a:p>
        </p:txBody>
      </p:sp>
    </p:spTree>
  </p:cSld>
  <p:clrMapOvr>
    <a:masterClrMapping/>
  </p:clrMapOvr>
</p:sld>
</file>

<file path=ppt/slides/slide6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/>
              <a:t>3DTalks — Проверка PPTX, слайд 64</a:t>
            </a:r>
          </a:p>
        </p:txBody>
      </p:sp>
    </p:spTree>
  </p:cSld>
  <p:clrMapOvr>
    <a:masterClrMapping/>
  </p:clrMapOvr>
</p:sld>
</file>

<file path=ppt/slides/slide6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/>
              <a:t>3DTalks — Проверка PPTX, слайд 65</a:t>
            </a:r>
          </a:p>
        </p:txBody>
      </p:sp>
    </p:spTree>
  </p:cSld>
  <p:clrMapOvr>
    <a:masterClrMapping/>
  </p:clrMapOvr>
</p:sld>
</file>

<file path=ppt/slides/slide6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/>
              <a:t>3DTalks — Проверка PPTX, слайд 66</a:t>
            </a:r>
          </a:p>
        </p:txBody>
      </p:sp>
    </p:spTree>
  </p:cSld>
  <p:clrMapOvr>
    <a:masterClrMapping/>
  </p:clrMapOvr>
</p:sld>
</file>

<file path=ppt/slides/slide6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/>
              <a:t>3DTalks — Проверка PPTX, слайд 67</a:t>
            </a:r>
          </a:p>
        </p:txBody>
      </p:sp>
    </p:spTree>
  </p:cSld>
  <p:clrMapOvr>
    <a:masterClrMapping/>
  </p:clrMapOvr>
</p:sld>
</file>

<file path=ppt/slides/slide6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/>
              <a:t>3DTalks — Проверка PPTX, слайд 68</a:t>
            </a:r>
          </a:p>
        </p:txBody>
      </p:sp>
    </p:spTree>
  </p:cSld>
  <p:clrMapOvr>
    <a:masterClrMapping/>
  </p:clrMapOvr>
</p:sld>
</file>

<file path=ppt/slides/slide6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/>
              <a:t>3DTalks — Проверка PPTX, слайд 69</a:t>
            </a:r>
          </a:p>
        </p:txBody>
      </p:sp>
    </p:spTree>
  </p:cSld>
  <p:clrMapOvr>
    <a:masterClrMapping/>
  </p:clrMapOvr>
</p:sld>
</file>

<file path=ppt/slides/slide7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/>
              <a:t>3DTalks — Проверка PPTX, слайд 70</a:t>
            </a:r>
          </a:p>
        </p:txBody>
      </p:sp>
    </p:spTree>
  </p:cSld>
  <p:clrMapOvr>
    <a:masterClrMapping/>
  </p:clrMapOvr>
</p:sld>
</file>

<file path=ppt/slides/slide7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/>
              <a:t>3DTalks — Проверка PPTX, слайд 71</a:t>
            </a:r>
          </a:p>
        </p:txBody>
      </p:sp>
    </p:spTree>
  </p:cSld>
  <p:clrMapOvr>
    <a:masterClrMapping/>
  </p:clrMapOvr>
</p:sld>
</file>

<file path=ppt/slides/slide7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/>
              <a:t>3DTalks — Проверка PPTX, слайд 72</a:t>
            </a:r>
          </a:p>
        </p:txBody>
      </p:sp>
    </p:spTree>
  </p:cSld>
  <p:clrMapOvr>
    <a:masterClrMapping/>
  </p:clrMapOvr>
</p:sld>
</file>

<file path=ppt/slides/slide7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/>
              <a:t>3DTalks — Проверка PPTX, слайд 73</a:t>
            </a:r>
          </a:p>
        </p:txBody>
      </p:sp>
    </p:spTree>
  </p:cSld>
  <p:clrMapOvr>
    <a:masterClrMapping/>
  </p:clrMapOvr>
</p:sld>
</file>

<file path=ppt/slides/slide7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/>
              <a:t>3DTalks — Проверка PPTX, слайд 74</a:t>
            </a:r>
          </a:p>
        </p:txBody>
      </p:sp>
    </p:spTree>
  </p:cSld>
  <p:clrMapOvr>
    <a:masterClrMapping/>
  </p:clrMapOvr>
</p:sld>
</file>

<file path=ppt/slides/slide7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/>
              <a:t>3DTalks — Проверка PPTX, слайд 75</a:t>
            </a:r>
          </a:p>
        </p:txBody>
      </p:sp>
    </p:spTree>
  </p:cSld>
  <p:clrMapOvr>
    <a:masterClrMapping/>
  </p:clrMapOvr>
</p:sld>
</file>

<file path=ppt/slides/slide7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/>
              <a:t>3DTalks — Проверка PPTX, слайд 76</a:t>
            </a:r>
          </a:p>
        </p:txBody>
      </p:sp>
    </p:spTree>
  </p:cSld>
  <p:clrMapOvr>
    <a:masterClrMapping/>
  </p:clrMapOvr>
</p:sld>
</file>

<file path=ppt/slides/slide7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/>
              <a:t>3DTalks — Проверка PPTX, слайд 77</a:t>
            </a:r>
          </a:p>
        </p:txBody>
      </p:sp>
    </p:spTree>
  </p:cSld>
  <p:clrMapOvr>
    <a:masterClrMapping/>
  </p:clrMapOvr>
</p:sld>
</file>

<file path=ppt/slides/slide7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/>
              <a:t>3DTalks — Проверка PPTX, слайд 78</a:t>
            </a:r>
          </a:p>
        </p:txBody>
      </p:sp>
    </p:spTree>
  </p:cSld>
  <p:clrMapOvr>
    <a:masterClrMapping/>
  </p:clrMapOvr>
</p:sld>
</file>

<file path=ppt/slides/slide7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/>
              <a:t>3DTalks — Проверка PPTX, слайд 79</a:t>
            </a:r>
          </a:p>
        </p:txBody>
      </p:sp>
    </p:spTree>
  </p:cSld>
  <p:clrMapOvr>
    <a:masterClrMapping/>
  </p:clrMapOvr>
</p:sld>
</file>

<file path=ppt/slides/slide8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/>
              <a:t>3DTalks — Проверка PPTX, слайд 80</a:t>
            </a:r>
          </a:p>
        </p:txBody>
      </p:sp>
    </p:spTree>
  </p:cSld>
  <p:clrMapOvr>
    <a:masterClrMapping/>
  </p:clrMapOvr>
</p:sld>
</file>

<file path=ppt/slides/slide8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/>
              <a:t>3DTalks — Проверка PPTX, слайд 81</a:t>
            </a:r>
          </a:p>
        </p:txBody>
      </p:sp>
    </p:spTree>
  </p:cSld>
  <p:clrMapOvr>
    <a:masterClrMapping/>
  </p:clrMapOvr>
</p:sld>
</file>

<file path=ppt/slides/slide8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/>
              <a:t>3DTalks — Проверка PPTX, слайд 82</a:t>
            </a:r>
          </a:p>
        </p:txBody>
      </p:sp>
    </p:spTree>
  </p:cSld>
  <p:clrMapOvr>
    <a:masterClrMapping/>
  </p:clrMapOvr>
</p:sld>
</file>

<file path=ppt/slides/slide8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/>
              <a:t>3DTalks — Проверка PPTX, слайд 83</a:t>
            </a:r>
          </a:p>
        </p:txBody>
      </p:sp>
    </p:spTree>
  </p:cSld>
  <p:clrMapOvr>
    <a:masterClrMapping/>
  </p:clrMapOvr>
</p:sld>
</file>

<file path=ppt/slides/slide8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/>
              <a:t>3DTalks — Проверка PPTX, слайд 84</a:t>
            </a:r>
          </a:p>
        </p:txBody>
      </p:sp>
    </p:spTree>
  </p:cSld>
  <p:clrMapOvr>
    <a:masterClrMapping/>
  </p:clrMapOvr>
</p:sld>
</file>

<file path=ppt/slides/slide8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/>
              <a:t>3DTalks — Проверка PPTX, слайд 85</a:t>
            </a:r>
          </a:p>
        </p:txBody>
      </p:sp>
    </p:spTree>
  </p:cSld>
  <p:clrMapOvr>
    <a:masterClrMapping/>
  </p:clrMapOvr>
</p:sld>
</file>

<file path=ppt/slides/slide8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/>
              <a:t>3DTalks — Проверка PPTX, слайд 86</a:t>
            </a:r>
          </a:p>
        </p:txBody>
      </p:sp>
    </p:spTree>
  </p:cSld>
  <p:clrMapOvr>
    <a:masterClrMapping/>
  </p:clrMapOvr>
</p:sld>
</file>

<file path=ppt/slides/slide8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/>
              <a:t>3DTalks — Проверка PPTX, слайд 87</a:t>
            </a:r>
          </a:p>
        </p:txBody>
      </p:sp>
    </p:spTree>
  </p:cSld>
  <p:clrMapOvr>
    <a:masterClrMapping/>
  </p:clrMapOvr>
</p:sld>
</file>

<file path=ppt/slides/slide8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/>
              <a:t>3DTalks — Проверка PPTX, слайд 88</a:t>
            </a:r>
          </a:p>
        </p:txBody>
      </p:sp>
    </p:spTree>
  </p:cSld>
  <p:clrMapOvr>
    <a:masterClrMapping/>
  </p:clrMapOvr>
</p:sld>
</file>

<file path=ppt/slides/slide8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/>
              <a:t>3DTalks — Проверка PPTX, слайд 89</a:t>
            </a:r>
          </a:p>
        </p:txBody>
      </p:sp>
    </p:spTree>
  </p:cSld>
  <p:clrMapOvr>
    <a:masterClrMapping/>
  </p:clrMapOvr>
</p:sld>
</file>

<file path=ppt/slides/slide9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/>
              <a:t>3DTalks — Проверка PPTX, слайд 90</a:t>
            </a:r>
          </a:p>
        </p:txBody>
      </p:sp>
    </p:spTree>
  </p:cSld>
  <p:clrMapOvr>
    <a:masterClrMapping/>
  </p:clrMapOvr>
</p:sld>
</file>

<file path=ppt/slides/slide9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/>
              <a:t>3DTalks — Проверка PPTX, слайд 91</a:t>
            </a:r>
          </a:p>
        </p:txBody>
      </p:sp>
    </p:spTree>
  </p:cSld>
  <p:clrMapOvr>
    <a:masterClrMapping/>
  </p:clrMapOvr>
</p:sld>
</file>

<file path=ppt/slides/slide9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/>
              <a:t>3DTalks — Проверка PPTX, слайд 92</a:t>
            </a:r>
          </a:p>
        </p:txBody>
      </p:sp>
    </p:spTree>
  </p:cSld>
  <p:clrMapOvr>
    <a:masterClrMapping/>
  </p:clrMapOvr>
</p:sld>
</file>

<file path=ppt/slides/slide9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/>
              <a:t>3DTalks — Проверка PPTX, слайд 93</a:t>
            </a:r>
          </a:p>
        </p:txBody>
      </p:sp>
    </p:spTree>
  </p:cSld>
  <p:clrMapOvr>
    <a:masterClrMapping/>
  </p:clrMapOvr>
</p:sld>
</file>

<file path=ppt/slides/slide9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/>
              <a:t>3DTalks — Проверка PPTX, слайд 94</a:t>
            </a:r>
          </a:p>
        </p:txBody>
      </p:sp>
    </p:spTree>
  </p:cSld>
  <p:clrMapOvr>
    <a:masterClrMapping/>
  </p:clrMapOvr>
</p:sld>
</file>

<file path=ppt/slides/slide9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/>
              <a:t>3DTalks — Проверка PPTX, слайд 95</a:t>
            </a:r>
          </a:p>
        </p:txBody>
      </p:sp>
    </p:spTree>
  </p:cSld>
  <p:clrMapOvr>
    <a:masterClrMapping/>
  </p:clrMapOvr>
</p:sld>
</file>

<file path=ppt/slides/slide9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/>
              <a:t>3DTalks — Проверка PPTX, слайд 96</a:t>
            </a:r>
          </a:p>
        </p:txBody>
      </p:sp>
    </p:spTree>
  </p:cSld>
  <p:clrMapOvr>
    <a:masterClrMapping/>
  </p:clrMapOvr>
</p:sld>
</file>

<file path=ppt/slides/slide9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/>
              <a:t>3DTalks — Проверка PPTX, слайд 97</a:t>
            </a:r>
          </a:p>
        </p:txBody>
      </p:sp>
    </p:spTree>
  </p:cSld>
  <p:clrMapOvr>
    <a:masterClrMapping/>
  </p:clrMapOvr>
</p:sld>
</file>

<file path=ppt/slides/slide9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/>
              <a:t>3DTalks — Проверка PPTX, слайд 98</a:t>
            </a:r>
          </a:p>
        </p:txBody>
      </p:sp>
    </p:spTree>
  </p:cSld>
  <p:clrMapOvr>
    <a:masterClrMapping/>
  </p:clrMapOvr>
</p:sld>
</file>

<file path=ppt/slides/slide9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/>
              <a:t>3DTalks — Проверка PPTX, слайд 99</a:t>
            </a:r>
          </a:p>
        </p:txBody>
      </p:sp>
    </p:spTree>
  </p:cSld>
  <p:clrMapOvr>
    <a:masterClrMapping/>
  </p:clrMapOvr>
</p:sld>
</file>

<file path=ppt/slides/slide10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/>
              <a:t>3DTalks — Проверка PPTX, слайд 100</a:t>
            </a:r>
          </a:p>
        </p:txBody>
      </p:sp>
    </p:spTree>
  </p:cSld>
  <p:clrMapOvr>
    <a:masterClrMapping/>
  </p:clrMapOvr>
</p:sld>
</file>

<file path=ppt/slides/slide10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/>
              <a:t>3DTalks — Проверка PPTX, слайд 101</a:t>
            </a:r>
          </a:p>
        </p:txBody>
      </p:sp>
    </p:spTree>
  </p:cSld>
  <p:clrMapOvr>
    <a:masterClrMapping/>
  </p:clrMapOvr>
</p:sld>
</file>